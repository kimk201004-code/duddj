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1C2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store_brighton_night" descr="Five Guys restaurant at night with its red neon sign"/>
          <p:cNvPicPr>
            <a:picLocks noChangeAspect="1"/>
          </p:cNvPicPr>
          <p:nvPr/>
        </p:nvPicPr>
        <p:blipFill>
          <a:blip r:embed="rId2"/>
          <a:srcRect t="16456" b="16456"/>
          <a:stretch>
            <a:fillRect/>
          </a:stretch>
        </p:blipFill>
        <p:spPr>
          <a:xfrm>
            <a:off x="457200" y="411480"/>
            <a:ext cx="11277600" cy="5674360"/>
          </a:xfrm>
          <a:prstGeom prst="roundRect">
            <a:avLst>
              <a:gd name="adj" fmla="val 2256"/>
            </a:avLst>
          </a:prstGeom>
        </p:spPr>
      </p:pic>
      <p:grpSp>
        <p:nvGrpSpPr>
          <p:cNvPr id="3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4" name="Rectangle 3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open_kitchen_covent_garden" descr="Five Guys cooks making burgers in an open kitchen"/>
          <p:cNvPicPr>
            <a:picLocks noChangeAspect="1"/>
          </p:cNvPicPr>
          <p:nvPr/>
        </p:nvPicPr>
        <p:blipFill>
          <a:blip r:embed="rId2"/>
          <a:srcRect t="8316" b="24316"/>
          <a:stretch>
            <a:fillRect/>
          </a:stretch>
        </p:blipFill>
        <p:spPr>
          <a:xfrm>
            <a:off x="457200" y="411480"/>
            <a:ext cx="11277600" cy="5674360"/>
          </a:xfrm>
          <a:prstGeom prst="roundRect">
            <a:avLst>
              <a:gd name="adj" fmla="val 2256"/>
            </a:avLst>
          </a:prstGeom>
        </p:spPr>
      </p:pic>
      <p:grpSp>
        <p:nvGrpSpPr>
          <p:cNvPr id="3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4" name="Rectangle 3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toppings_burger" descr="Five Guys burger stacked with toppings"/>
          <p:cNvPicPr>
            <a:picLocks noChangeAspect="1"/>
          </p:cNvPicPr>
          <p:nvPr/>
        </p:nvPicPr>
        <p:blipFill>
          <a:blip r:embed="rId2"/>
          <a:srcRect l="13339" r="13339"/>
          <a:stretch>
            <a:fillRect/>
          </a:stretch>
        </p:blipFill>
        <p:spPr>
          <a:xfrm>
            <a:off x="457200" y="411480"/>
            <a:ext cx="5547360" cy="5674360"/>
          </a:xfrm>
          <a:prstGeom prst="roundRect">
            <a:avLst>
              <a:gd name="adj" fmla="val 2307"/>
            </a:avLst>
          </a:prstGeom>
        </p:spPr>
      </p:pic>
      <p:pic>
        <p:nvPicPr>
          <p:cNvPr id="3" name="Photo free_peanuts" descr="A box of free in-shell peanuts at a Five Guys"/>
          <p:cNvPicPr>
            <a:picLocks noChangeAspect="1"/>
          </p:cNvPicPr>
          <p:nvPr/>
        </p:nvPicPr>
        <p:blipFill>
          <a:blip r:embed="rId3"/>
          <a:srcRect l="5081" r="15081"/>
          <a:stretch>
            <a:fillRect/>
          </a:stretch>
        </p:blipFill>
        <p:spPr>
          <a:xfrm>
            <a:off x="6187440" y="411480"/>
            <a:ext cx="5547360" cy="5674360"/>
          </a:xfrm>
          <a:prstGeom prst="roundRect">
            <a:avLst>
              <a:gd name="adj" fmla="val 2307"/>
            </a:avLst>
          </a:prstGeom>
        </p:spPr>
      </p:pic>
      <p:grpSp>
        <p:nvGrpSpPr>
          <p:cNvPr id="4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5" name="Rectangle 4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bacon_cheeseburger" descr="Five Guys bacon cheeseburger"/>
          <p:cNvPicPr>
            <a:picLocks noChangeAspect="1"/>
          </p:cNvPicPr>
          <p:nvPr/>
        </p:nvPicPr>
        <p:blipFill>
          <a:blip r:embed="rId2"/>
          <a:srcRect l="16808" r="6808" t="12000" b="8000"/>
          <a:stretch>
            <a:fillRect/>
          </a:stretch>
        </p:blipFill>
        <p:spPr>
          <a:xfrm>
            <a:off x="457200" y="411480"/>
            <a:ext cx="7223760" cy="5674360"/>
          </a:xfrm>
          <a:prstGeom prst="roundRect">
            <a:avLst>
              <a:gd name="adj" fmla="val 2256"/>
            </a:avLst>
          </a:prstGeom>
        </p:spPr>
      </p:pic>
      <p:pic>
        <p:nvPicPr>
          <p:cNvPr id="3" name="Photo sear_patties_grill" descr="Burger patties searing on a flat grill"/>
          <p:cNvPicPr>
            <a:picLocks noChangeAspect="1"/>
          </p:cNvPicPr>
          <p:nvPr/>
        </p:nvPicPr>
        <p:blipFill>
          <a:blip r:embed="rId3"/>
          <a:srcRect t="31404"/>
          <a:stretch>
            <a:fillRect/>
          </a:stretch>
        </p:blipFill>
        <p:spPr>
          <a:xfrm>
            <a:off x="7863840" y="411480"/>
            <a:ext cx="3870960" cy="1769533"/>
          </a:xfrm>
          <a:prstGeom prst="roundRect">
            <a:avLst>
              <a:gd name="adj" fmla="val 7234"/>
            </a:avLst>
          </a:prstGeom>
        </p:spPr>
      </p:pic>
      <p:pic>
        <p:nvPicPr>
          <p:cNvPr id="4" name="Photo caramelized_onions" descr="Onions caramelizing in a pan"/>
          <p:cNvPicPr>
            <a:picLocks noChangeAspect="1"/>
          </p:cNvPicPr>
          <p:nvPr/>
        </p:nvPicPr>
        <p:blipFill>
          <a:blip r:embed="rId4"/>
          <a:srcRect t="9366" b="9366"/>
          <a:stretch>
            <a:fillRect/>
          </a:stretch>
        </p:blipFill>
        <p:spPr>
          <a:xfrm>
            <a:off x="7863840" y="2363893"/>
            <a:ext cx="3870960" cy="1769533"/>
          </a:xfrm>
          <a:prstGeom prst="roundRect">
            <a:avLst>
              <a:gd name="adj" fmla="val 7234"/>
            </a:avLst>
          </a:prstGeom>
        </p:spPr>
      </p:pic>
      <p:pic>
        <p:nvPicPr>
          <p:cNvPr id="5" name="Photo sauteed_mushrooms" descr="Sauteed mushrooms"/>
          <p:cNvPicPr>
            <a:picLocks noChangeAspect="1"/>
          </p:cNvPicPr>
          <p:nvPr/>
        </p:nvPicPr>
        <p:blipFill>
          <a:blip r:embed="rId5"/>
          <a:srcRect t="19525" b="19525"/>
          <a:stretch>
            <a:fillRect/>
          </a:stretch>
        </p:blipFill>
        <p:spPr>
          <a:xfrm>
            <a:off x="7863840" y="4316307"/>
            <a:ext cx="3870960" cy="1769533"/>
          </a:xfrm>
          <a:prstGeom prst="roundRect">
            <a:avLst>
              <a:gd name="adj" fmla="val 7234"/>
            </a:avLst>
          </a:prstGeom>
        </p:spPr>
      </p:pic>
      <p:grpSp>
        <p:nvGrpSpPr>
          <p:cNvPr id="6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7" name="Rectangle 6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fries_frying" descr="Hand-cut fries frying in hot oil"/>
          <p:cNvPicPr>
            <a:picLocks noChangeAspect="1"/>
          </p:cNvPicPr>
          <p:nvPr/>
        </p:nvPicPr>
        <p:blipFill>
          <a:blip r:embed="rId2"/>
          <a:srcRect l="21543" r="17543" t="10000"/>
          <a:stretch>
            <a:fillRect/>
          </a:stretch>
        </p:blipFill>
        <p:spPr>
          <a:xfrm>
            <a:off x="457200" y="411480"/>
            <a:ext cx="5120640" cy="5674360"/>
          </a:xfrm>
          <a:prstGeom prst="roundRect">
            <a:avLst>
              <a:gd name="adj" fmla="val 2500"/>
            </a:avLst>
          </a:prstGeom>
        </p:spPr>
      </p:pic>
      <p:pic>
        <p:nvPicPr>
          <p:cNvPr id="3" name="Photo cajun_fries" descr="Five Guys Cajun fries in a white cup"/>
          <p:cNvPicPr>
            <a:picLocks noChangeAspect="1"/>
          </p:cNvPicPr>
          <p:nvPr/>
        </p:nvPicPr>
        <p:blipFill>
          <a:blip r:embed="rId3"/>
          <a:srcRect l="12417" r="28417"/>
          <a:stretch>
            <a:fillRect/>
          </a:stretch>
        </p:blipFill>
        <p:spPr>
          <a:xfrm>
            <a:off x="5760720" y="411480"/>
            <a:ext cx="5974080" cy="5674360"/>
          </a:xfrm>
          <a:prstGeom prst="roundRect">
            <a:avLst>
              <a:gd name="adj" fmla="val 2256"/>
            </a:avLst>
          </a:prstGeom>
        </p:spPr>
      </p:pic>
      <p:grpSp>
        <p:nvGrpSpPr>
          <p:cNvPr id="4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5" name="Rectangle 4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ive Guys">
      <a:dk1>
        <a:srgbClr val="000000"/>
      </a:dk1>
      <a:lt1>
        <a:srgbClr val="FFFFFF"/>
      </a:lt1>
      <a:dk2>
        <a:srgbClr val="1A1A1A"/>
      </a:dk2>
      <a:lt2>
        <a:srgbClr val="F2F2F2"/>
      </a:lt2>
      <a:accent1>
        <a:srgbClr val="ED1C24"/>
      </a:accent1>
      <a:accent2>
        <a:srgbClr val="000000"/>
      </a:accent2>
      <a:accent3>
        <a:srgbClr val="8C8C8C"/>
      </a:accent3>
      <a:accent4>
        <a:srgbClr val="B3141A"/>
      </a:accent4>
      <a:accent5>
        <a:srgbClr val="F47C80"/>
      </a:accent5>
      <a:accent6>
        <a:srgbClr val="595959"/>
      </a:accent6>
      <a:hlink>
        <a:srgbClr val="ED1C24"/>
      </a:hlink>
      <a:folHlink>
        <a:srgbClr val="B3141A"/>
      </a:folHlink>
    </a:clrScheme>
    <a:fontScheme name="Five Guys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FIVE GUYS Review</dc:title>
  <dc:subject/>
  <dc:creator/>
  <cp:keywords/>
  <dc:description>Photos via Wikimedia Commons. Slide 1: Andy Li (CC0). Slide 2: Tjeerd Wiersma (CC BY 2.0). Slide 3: Sarah Stierch (CC0); Bobak Ha'Eri (CC BY 3.0). Slide 4: Ser Amantio di Nicolao (CC BY-SA 4.0); US Embassy Canada (CC BY 2.0); ccbarr (CC BY-SA 2.0); Roger469 (CC BY-SA 3.0). Slide 5: Kalsoum17 (CC BY-SA 4.0); Simon Doggett (CC BY 2.0).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